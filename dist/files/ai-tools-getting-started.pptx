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2.svg" ContentType="image/svg+xml"/>
  <Override PartName="/ppt/media/image-10-4.svg" ContentType="image/svg+xml"/>
  <Override PartName="/ppt/media/image-10-6.svg" ContentType="image/svg+xml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606060">
              <a:alpha val="45000"/>
            </a:srgbClr>
          </a:solidFill>
          <a:ln w="12700">
            <a:solidFill>
              <a:srgbClr val="606060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7A7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TECHNOLOGY ASSOCIATES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7498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takes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than it should.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47472" y="2103120"/>
            <a:ext cx="2743200" cy="1444752"/>
          </a:xfrm>
          <a:prstGeom prst="rect">
            <a:avLst/>
          </a:prstGeom>
          <a:solidFill>
            <a:srgbClr val="0D2540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2231136"/>
            <a:ext cx="347472" cy="347472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2249424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email for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response to send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55264" y="2103120"/>
            <a:ext cx="2743200" cy="1444752"/>
          </a:xfrm>
          <a:prstGeom prst="rect">
            <a:avLst/>
          </a:prstGeom>
          <a:solidFill>
            <a:srgbClr val="0D2540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9856" y="2231136"/>
            <a:ext cx="347472" cy="347472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77056" y="2249424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Recalling a procedure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policy from memory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2103120"/>
            <a:ext cx="2743200" cy="1444752"/>
          </a:xfrm>
          <a:prstGeom prst="rect">
            <a:avLst/>
          </a:prstGeom>
          <a:solidFill>
            <a:srgbClr val="0D2540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27648" y="2231136"/>
            <a:ext cx="347472" cy="347472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2249424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the same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for the fifth time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3767328"/>
            <a:ext cx="8430768" cy="420624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767328"/>
            <a:ext cx="8119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faster way — and you already have access to it.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changes.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 — done faster, with less digging.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42062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353312"/>
            <a:ext cx="402336" cy="402336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" y="132588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any email in under a minute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700784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tone. Their situation. Done — without starting from a blank page.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1353312"/>
            <a:ext cx="402336" cy="402336"/>
          </a:xfrm>
          <a:prstGeom prst="ellipse">
            <a:avLst/>
          </a:prstGeom>
          <a:solidFill>
            <a:srgbClr val="006098"/>
          </a:solidFill>
          <a:ln w="12700">
            <a:solidFill>
              <a:srgbClr val="0060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9824" y="1325880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answers without digging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9824" y="1700784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hunting through old emails or asking someone to pull up the policy.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2816352"/>
            <a:ext cx="42062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" y="2980944"/>
            <a:ext cx="402336" cy="402336"/>
          </a:xfrm>
          <a:prstGeom prst="ellipse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2953512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rough notes into clear writing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3328416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bullet points in. Get a polished draft back in seconds.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816352"/>
            <a:ext cx="42062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E0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2980944"/>
            <a:ext cx="402336" cy="402336"/>
          </a:xfrm>
          <a:prstGeom prst="ellipse">
            <a:avLst/>
          </a:prstGeom>
          <a:solidFill>
            <a:srgbClr val="006098"/>
          </a:solidFill>
          <a:ln w="12700">
            <a:solidFill>
              <a:srgbClr val="0060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9824" y="2953512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you would normally save for later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9824" y="3328416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work? What is the right process for this? Get the answer now.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19456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we are covering today.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931152" y="164592"/>
            <a:ext cx="1901952" cy="658368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31152" y="164592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 total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8430768" cy="1115568"/>
          </a:xfrm>
          <a:prstGeom prst="rect">
            <a:avLst/>
          </a:prstGeom>
          <a:solidFill>
            <a:srgbClr val="F0F7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32688"/>
            <a:ext cx="512064" cy="11155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32688"/>
            <a:ext cx="5120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87552" y="106070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 and getting started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1444752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log in, find your projects, and send your first message.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43216" y="1316736"/>
            <a:ext cx="1170432" cy="310896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43216" y="131673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194560"/>
            <a:ext cx="8430768" cy="1115568"/>
          </a:xfrm>
          <a:prstGeom prst="rect">
            <a:avLst/>
          </a:prstGeom>
          <a:solidFill>
            <a:srgbClr val="F0F7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194560"/>
            <a:ext cx="512064" cy="11155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194560"/>
            <a:ext cx="5120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87552" y="232257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available right now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87552" y="2706624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Advisor does, what the screen shows, and what is coming next.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43216" y="2578608"/>
            <a:ext cx="1170432" cy="310896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257860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456432"/>
            <a:ext cx="8430768" cy="1115568"/>
          </a:xfrm>
          <a:prstGeom prst="rect">
            <a:avLst/>
          </a:prstGeom>
          <a:solidFill>
            <a:srgbClr val="F0F7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456432"/>
            <a:ext cx="512064" cy="11155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456432"/>
            <a:ext cx="5120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87552" y="35844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good results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3968496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three-ingredient formula and how to fix it when the answer is not right.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43216" y="3840480"/>
            <a:ext cx="1170432" cy="310896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43216" y="38404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736592"/>
            <a:ext cx="8430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install. No setup. Your work email and a browser is all you need.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8476488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0B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2  -  LOG IN AT CLAUDE.AI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4114800" cy="1060704"/>
          </a:xfrm>
          <a:prstGeom prst="rect">
            <a:avLst/>
          </a:prstGeom>
          <a:solidFill>
            <a:srgbClr val="F0F7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61872"/>
            <a:ext cx="804672" cy="804672"/>
          </a:xfrm>
          <a:prstGeom prst="ellipse">
            <a:avLst/>
          </a:prstGeom>
          <a:solidFill>
            <a:srgbClr val="006098"/>
          </a:solidFill>
          <a:ln w="12700">
            <a:solidFill>
              <a:srgbClr val="0060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129844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claude.ai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64592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@k12sta.com work email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432304"/>
            <a:ext cx="4114800" cy="1060704"/>
          </a:xfrm>
          <a:prstGeom prst="rect">
            <a:avLst/>
          </a:prstGeom>
          <a:solidFill>
            <a:srgbClr val="FEF4EE"/>
          </a:solidFill>
          <a:ln w="12700">
            <a:solidFill>
              <a:srgbClr val="D468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personal Gmail.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27432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Google sign-in button. If you have not received an invite, check spam or contact Adam.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" y="3602736"/>
            <a:ext cx="4114800" cy="106070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gotcha: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" y="38953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"Personal" instead of School Tech? Wrong account. Log out and use your work email.</a:t>
            </a:r>
            <a:endParaRPr lang="en-US" sz="1100" dirty="0"/>
          </a:p>
        </p:txBody>
      </p:sp>
      <p:pic>
        <p:nvPicPr>
          <p:cNvPr id="17" name="Image 0" descr="/sessions/magical-serene-noether/mnt/The Architect/images/AI Training/claude 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58368"/>
            <a:ext cx="3291840" cy="409651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for almost everything - it is faster. Opus thinks longer, so save it for the hard ones.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841248"/>
            <a:ext cx="8476488" cy="29260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0B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2  -  FIND YOUR PROJECTS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4114800" cy="932688"/>
          </a:xfrm>
          <a:prstGeom prst="rect">
            <a:avLst/>
          </a:prstGeom>
          <a:solidFill>
            <a:srgbClr val="F0F7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61872"/>
            <a:ext cx="804672" cy="804672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129844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Projects in the left sidebar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64592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project name. Start typing. That is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340864"/>
            <a:ext cx="4114800" cy="768096"/>
          </a:xfrm>
          <a:prstGeom prst="rect">
            <a:avLst/>
          </a:prstGeom>
          <a:solidFill>
            <a:srgbClr val="F0F7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340864"/>
            <a:ext cx="128016" cy="768096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8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5216" y="26517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is already set up. No settings, no onboarding inside the tool.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3182112"/>
            <a:ext cx="4114800" cy="768096"/>
          </a:xfrm>
          <a:prstGeom prst="rect">
            <a:avLst/>
          </a:prstGeom>
          <a:solidFill>
            <a:srgbClr val="F0F7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182112"/>
            <a:ext cx="128016" cy="768096"/>
          </a:xfrm>
          <a:prstGeom prst="rect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C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open and ask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5216" y="34930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explain School Tech. Do not set context. Just type your question.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" y="4023360"/>
            <a:ext cx="4114800" cy="768096"/>
          </a:xfrm>
          <a:prstGeom prst="rect">
            <a:avLst/>
          </a:prstGeom>
          <a:solidFill>
            <a:srgbClr val="F0F7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4023360"/>
            <a:ext cx="128016" cy="768096"/>
          </a:xfrm>
          <a:prstGeom prst="rect">
            <a:avLst/>
          </a:prstGeom>
          <a:solidFill>
            <a:srgbClr val="006098"/>
          </a:solidFill>
          <a:ln w="12700">
            <a:solidFill>
              <a:srgbClr val="0060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4059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needed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5216" y="43342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already knows our products, customers, and workflows.</a:t>
            </a:r>
            <a:endParaRPr lang="en-US" sz="1150" dirty="0"/>
          </a:p>
        </p:txBody>
      </p:sp>
      <p:pic>
        <p:nvPicPr>
          <p:cNvPr id="23" name="Image 0" descr="/sessions/magical-serene-noether/mnt/The Architect/images/AI Training/project scre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097280"/>
            <a:ext cx="4389120" cy="2807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Right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868680"/>
            <a:ext cx="43159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68680"/>
            <a:ext cx="4315968" cy="402336"/>
          </a:xfrm>
          <a:prstGeom prst="rect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886968"/>
            <a:ext cx="347472" cy="34747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50976" y="905256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 -  All Staff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2064" y="13716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starting point for AI at School Tech.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" y="1737360"/>
            <a:ext cx="201168" cy="201168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737360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where AI could fit your daily 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" y="2157984"/>
            <a:ext cx="201168" cy="201168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157984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tools are built or coming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" y="2578608"/>
            <a:ext cx="201168" cy="201168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78608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an idea to bring to Adam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" y="2999232"/>
            <a:ext cx="201168" cy="201168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99923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plain-language answers about the AI program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3657600"/>
            <a:ext cx="4315968" cy="347472"/>
          </a:xfrm>
          <a:prstGeom prst="rect">
            <a:avLst/>
          </a:prstGeom>
          <a:solidFill>
            <a:srgbClr val="006098"/>
          </a:solidFill>
          <a:ln w="12700">
            <a:solidFill>
              <a:srgbClr val="0060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65760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&gt; AI Advisor &gt; start typing</a:t>
            </a:r>
            <a:endParaRPr lang="en-US" sz="1200" dirty="0"/>
          </a:p>
        </p:txBody>
      </p:sp>
      <p:pic>
        <p:nvPicPr>
          <p:cNvPr id="20" name="Image 0" descr="/sessions/magical-serene-noether/mnt/The Architect/images/AI Training/open project with tex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04672"/>
            <a:ext cx="4297680" cy="27432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22" name="Rounded Rectangle 21"/>
          <p:cNvSpPr/>
          <p:nvPr/>
        </p:nvSpPr>
        <p:spPr>
          <a:xfrm>
            <a:off x="4572000" y="3611880"/>
            <a:ext cx="4297680" cy="640080"/>
          </a:xfrm>
          <a:prstGeom prst="roundRect">
            <a:avLst/>
          </a:prstGeom>
          <a:solidFill>
            <a:srgbClr val="EDF7E6"/>
          </a:solidFill>
          <a:ln w="9525">
            <a:solidFill>
              <a:srgbClr val="6BC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square"/>
          <a:lstStyle/>
          <a:p>
            <a:pPr algn="l"/>
            <a:r>
              <a:rPr sz="800" b="1">
                <a:solidFill>
                  <a:srgbClr val="3A8A1E"/>
                </a:solidFill>
                <a:latin typeface="Calibri"/>
              </a:rPr>
              <a:t>ALSO LIVE - cohort tools</a:t>
            </a:r>
          </a:p>
          <a:p>
            <a:pPr algn="l"/>
            <a:r>
              <a:rPr sz="900">
                <a:solidFill>
                  <a:srgbClr val="1E2A35"/>
                </a:solidFill>
                <a:latin typeface="Calibri"/>
              </a:rPr>
              <a:t>STA Support Chat (Chris, Tyler) | STA Salesforce Cohort (Tanya, Joanie, Kelsey, Adam) - see Staff AI Tools Reference for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Looking At</a:t>
            </a:r>
            <a:endParaRPr lang="en-US" sz="2600" dirty="0"/>
          </a:p>
        </p:txBody>
      </p:sp>
      <p:pic>
        <p:nvPicPr>
          <p:cNvPr id="4" name="Image 0" descr="/sessions/magical-serene-noether/mnt/The Architect/images/AI Training/project number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777240"/>
            <a:ext cx="5760720" cy="3685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44768" y="786384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44768" y="786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28816" y="786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tabs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28816" y="1078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Cowork, Code. Start in Chat.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44768" y="1554480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476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28816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Projects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28816" y="1847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pre-built tools — AI Advisor lives here.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44768" y="2322576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28816" y="2322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box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28816" y="26151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question here. No setup needed.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44768" y="309067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4768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28816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selector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28816" y="3383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Sonnet. Switch to Opus only for the hard ones.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44768" y="3858768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44768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28816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chats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28816" y="41513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conversations with this project.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input = better output.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all three ingredients for a useful first draft.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2706624" cy="3310128"/>
          </a:xfrm>
          <a:prstGeom prst="rect">
            <a:avLst/>
          </a:prstGeom>
          <a:solidFill>
            <a:srgbClr val="162C44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70432"/>
            <a:ext cx="2706624" cy="475488"/>
          </a:xfrm>
          <a:prstGeom prst="rect">
            <a:avLst/>
          </a:prstGeom>
          <a:solidFill>
            <a:srgbClr val="006098"/>
          </a:solidFill>
          <a:ln w="12700">
            <a:solidFill>
              <a:srgbClr val="006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89888" y="1170432"/>
            <a:ext cx="475488" cy="47548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" y="17922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208483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2450592"/>
            <a:ext cx="2414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response to this customer complaint."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"I was wondering if you could maybe help me..."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72968" y="1170432"/>
            <a:ext cx="2706624" cy="3310128"/>
          </a:xfrm>
          <a:prstGeom prst="rect">
            <a:avLst/>
          </a:prstGeom>
          <a:solidFill>
            <a:srgbClr val="162C44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170432"/>
            <a:ext cx="2706624" cy="475488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5384" y="1170432"/>
            <a:ext cx="475488" cy="47548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5384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8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9272" y="17922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8A8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9272" y="208483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relevant situation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9272" y="2450592"/>
            <a:ext cx="2414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actual email, error message, or case note. The real thing beats a description every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98464" y="1170432"/>
            <a:ext cx="2706624" cy="3310128"/>
          </a:xfrm>
          <a:prstGeom prst="rect">
            <a:avLst/>
          </a:prstGeom>
          <a:solidFill>
            <a:srgbClr val="162C44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98464" y="1170432"/>
            <a:ext cx="2706624" cy="475488"/>
          </a:xfrm>
          <a:prstGeom prst="rect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170432"/>
            <a:ext cx="475488" cy="47548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C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44768" y="179222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6BC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208483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back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44768" y="2450592"/>
            <a:ext cx="2414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it under 3 sentences." "Formal — for a superintendent." "Use bullet points."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26080" y="2377440"/>
            <a:ext cx="164592" cy="384048"/>
          </a:xfrm>
          <a:prstGeom prst="rightArrow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51576" y="2377440"/>
            <a:ext cx="164592" cy="384048"/>
          </a:xfrm>
          <a:prstGeom prst="rightArrow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Difference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868680"/>
            <a:ext cx="4005072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6868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PROMPT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4005072" cy="3584448"/>
          </a:xfrm>
          <a:prstGeom prst="rect">
            <a:avLst/>
          </a:prstGeom>
          <a:solidFill>
            <a:srgbClr val="FEF0EF"/>
          </a:solidFill>
          <a:ln w="12700">
            <a:solidFill>
              <a:srgbClr val="F5C0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5331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me write a response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customer complaint.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" y="2048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has to guess: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" y="23408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 the customer complained about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6883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Which product or 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30358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 outcome you want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33832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 tone is appropriate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391363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generic template that needs significant rework.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79392" y="2377440"/>
            <a:ext cx="658368" cy="438912"/>
          </a:xfrm>
          <a:prstGeom prst="rightArrow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868680"/>
            <a:ext cx="4005072" cy="365760"/>
          </a:xfrm>
          <a:prstGeom prst="rect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86868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PROMPT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18888" y="1234440"/>
            <a:ext cx="4005072" cy="3584448"/>
          </a:xfrm>
          <a:prstGeom prst="rect">
            <a:avLst/>
          </a:prstGeom>
          <a:solidFill>
            <a:srgbClr val="E6F5EE"/>
          </a:solidFill>
          <a:ln w="12700">
            <a:solidFill>
              <a:srgbClr val="D4EA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1353312"/>
            <a:ext cx="365760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emailed saying their time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stopped syncing after last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Tuesday's update. They're frustrated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second time reporting. Draft a calm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that acknowledges the issue,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realistic timeline (still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diagnosing), and keeps it professional.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their email: [paste]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74336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C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has to work with: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74336" y="4005072"/>
            <a:ext cx="201168" cy="201168"/>
          </a:xfrm>
          <a:prstGeom prst="ellipse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4005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230368" y="400507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issue, and timeline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74336" y="4297680"/>
            <a:ext cx="201168" cy="201168"/>
          </a:xfrm>
          <a:prstGeom prst="ellipse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230368" y="42976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mood and history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74336" y="4590288"/>
            <a:ext cx="201168" cy="201168"/>
          </a:xfrm>
          <a:prstGeom prst="ellipse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4590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230368" y="459028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goal and desired outcome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74336" y="4882896"/>
            <a:ext cx="201168" cy="201168"/>
          </a:xfrm>
          <a:prstGeom prst="ellipse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4882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230368" y="48828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email to respond to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555555">
              <a:alpha val="60000"/>
            </a:srgbClr>
          </a:solidFill>
          <a:ln w="12700">
            <a:solidFill>
              <a:srgbClr val="555555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7863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information you would not share outside the company.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1389888"/>
            <a:ext cx="2615184" cy="2834640"/>
          </a:xfrm>
          <a:prstGeom prst="rect">
            <a:avLst/>
          </a:prstGeom>
          <a:solidFill>
            <a:srgbClr val="0F2030"/>
          </a:solidFill>
          <a:ln w="12700">
            <a:solidFill>
              <a:srgbClr val="1A3C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389888"/>
            <a:ext cx="2615184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17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0160" y="1847088"/>
            <a:ext cx="1005840" cy="1005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2648" y="2944368"/>
            <a:ext cx="235915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IDs, grades, attendance,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0A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 — anything from Skyward.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0A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includes photos and contact info.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0128" y="1389888"/>
            <a:ext cx="2615184" cy="2834640"/>
          </a:xfrm>
          <a:prstGeom prst="rect">
            <a:avLst/>
          </a:prstGeom>
          <a:solidFill>
            <a:srgbClr val="0F2030"/>
          </a:solidFill>
          <a:ln w="12700">
            <a:solidFill>
              <a:srgbClr val="1A3C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10128" y="1389888"/>
            <a:ext cx="2615184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93008" y="1417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/ HR data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0" y="1847088"/>
            <a:ext cx="1005840" cy="1005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47288" y="2944368"/>
            <a:ext cx="235915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SSNs, payroll, performance reviews,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0A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information, employee records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0A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any identifiable personal detail.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44768" y="1389888"/>
            <a:ext cx="2615184" cy="2834640"/>
          </a:xfrm>
          <a:prstGeom prst="rect">
            <a:avLst/>
          </a:prstGeom>
          <a:solidFill>
            <a:srgbClr val="0F2030"/>
          </a:solidFill>
          <a:ln w="12700">
            <a:solidFill>
              <a:srgbClr val="1A3C6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44768" y="1389888"/>
            <a:ext cx="2615184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27648" y="14173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credentials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9440" y="1847088"/>
            <a:ext cx="1005840" cy="10058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81928" y="2944368"/>
            <a:ext cx="235915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API keys, tokens, login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0A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for any platform,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0A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account numbers.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- do not paste it. Check the Restricted Data Reference Guide or ask Adam first. Connecting a tool to another system? Ask IT first.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Wrong - Don't Start 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76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5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the same conversation. The tool remembers everything from this session - context is still there.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187952" cy="1664208"/>
          </a:xfrm>
          <a:prstGeom prst="rect">
            <a:avLst/>
          </a:prstGeom>
          <a:solidFill>
            <a:srgbClr val="E0EEF4"/>
          </a:solidFill>
          <a:ln w="12700">
            <a:solidFill>
              <a:srgbClr val="99C2D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847088"/>
            <a:ext cx="402336" cy="402336"/>
          </a:xfrm>
          <a:prstGeom prst="ellipse">
            <a:avLst/>
          </a:prstGeom>
          <a:solidFill>
            <a:srgbClr val="006098"/>
          </a:solidFill>
          <a:ln w="12700">
            <a:solidFill>
              <a:srgbClr val="0060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371600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exactly what's wrong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700784"/>
            <a:ext cx="33467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say "that's not right."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formal - this customer is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casual. Rewrite just the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paragraph."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187952" cy="1664208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1847088"/>
            <a:ext cx="402336" cy="402336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371600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8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what you left out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700784"/>
            <a:ext cx="33467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response = missing detail.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have mentioned - this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is 3 months in. They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know our process yet."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3072384"/>
            <a:ext cx="4187952" cy="1664208"/>
          </a:xfrm>
          <a:prstGeom prst="rect">
            <a:avLst/>
          </a:prstGeom>
          <a:solidFill>
            <a:srgbClr val="EFF9E7"/>
          </a:solidFill>
          <a:ln w="12700">
            <a:solidFill>
              <a:srgbClr val="C0E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" y="3657600"/>
            <a:ext cx="402336" cy="402336"/>
          </a:xfrm>
          <a:prstGeom prst="ellipse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3272" y="318211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C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what's working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3511296"/>
            <a:ext cx="33467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80% is right, say so.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"First two paragraphs are good.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rewrite the closing - it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like we're making excuses."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072384"/>
            <a:ext cx="4187952" cy="1664208"/>
          </a:xfrm>
          <a:prstGeom prst="rect">
            <a:avLst/>
          </a:prstGeom>
          <a:solidFill>
            <a:srgbClr val="E0EEF4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3657600"/>
            <a:ext cx="402336" cy="402336"/>
          </a:xfrm>
          <a:prstGeom prst="ellipse">
            <a:avLst/>
          </a:prstGeom>
          <a:solidFill>
            <a:srgbClr val="006098"/>
          </a:solidFill>
          <a:ln w="12700">
            <a:solidFill>
              <a:srgbClr val="0060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18211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options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511296"/>
            <a:ext cx="33467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what tone you want?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two versions: one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and direct, one that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through the resolution."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822960"/>
            <a:ext cx="3840480" cy="3840480"/>
          </a:xfrm>
          <a:prstGeom prst="ellipse">
            <a:avLst/>
          </a:prstGeom>
          <a:solidFill>
            <a:srgbClr val="606060">
              <a:alpha val="45000"/>
            </a:srgbClr>
          </a:solidFill>
          <a:ln w="12700">
            <a:solidFill>
              <a:srgbClr val="606060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82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 this room.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987552"/>
            <a:ext cx="4005072" cy="1591056"/>
          </a:xfrm>
          <a:prstGeom prst="rect">
            <a:avLst/>
          </a:prstGeom>
          <a:solidFill>
            <a:srgbClr val="163050"/>
          </a:solidFill>
          <a:ln w="12700">
            <a:solidFill>
              <a:srgbClr val="2A48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87552"/>
            <a:ext cx="4005072" cy="73152"/>
          </a:xfrm>
          <a:prstGeom prst="rect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188720"/>
            <a:ext cx="402336" cy="402336"/>
          </a:xfrm>
          <a:prstGeom prst="ellipse">
            <a:avLst/>
          </a:prstGeom>
          <a:solidFill>
            <a:srgbClr val="6BC04B"/>
          </a:solidFill>
          <a:ln w="12700">
            <a:solidFill>
              <a:srgbClr val="6BC0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9304" y="115214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C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right 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9304" y="1517904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emails. Get answers. Turn rough notes into clear writing. You have access today — no waiting.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987552"/>
            <a:ext cx="4005072" cy="1591056"/>
          </a:xfrm>
          <a:prstGeom prst="rect">
            <a:avLst/>
          </a:prstGeom>
          <a:solidFill>
            <a:srgbClr val="163050"/>
          </a:solidFill>
          <a:ln w="12700">
            <a:solidFill>
              <a:srgbClr val="2A48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987552"/>
            <a:ext cx="4005072" cy="73152"/>
          </a:xfrm>
          <a:prstGeom prst="rect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5192" y="1188720"/>
            <a:ext cx="402336" cy="402336"/>
          </a:xfrm>
          <a:prstGeom prst="ellipse">
            <a:avLst/>
          </a:prstGeom>
          <a:solidFill>
            <a:srgbClr val="8A8D8E"/>
          </a:solidFill>
          <a:ln w="12700">
            <a:solidFill>
              <a:srgbClr val="8A8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95544" y="115214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8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task (do it today)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95544" y="1517904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claude.ai. Find something from this week's work. Ask it to help. That is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2761488"/>
            <a:ext cx="4005072" cy="1591056"/>
          </a:xfrm>
          <a:prstGeom prst="rect">
            <a:avLst/>
          </a:prstGeom>
          <a:solidFill>
            <a:srgbClr val="163050"/>
          </a:solidFill>
          <a:ln w="12700">
            <a:solidFill>
              <a:srgbClr val="2A48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761488"/>
            <a:ext cx="4005072" cy="73152"/>
          </a:xfrm>
          <a:prstGeom prst="rect">
            <a:avLst/>
          </a:prstGeom>
          <a:solidFill>
            <a:srgbClr val="006098"/>
          </a:solidFill>
          <a:ln w="12700">
            <a:solidFill>
              <a:srgbClr val="0060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2962656"/>
            <a:ext cx="402336" cy="402336"/>
          </a:xfrm>
          <a:prstGeom prst="ellipse">
            <a:avLst/>
          </a:prstGeom>
          <a:solidFill>
            <a:srgbClr val="006098"/>
          </a:solidFill>
          <a:ln w="12700">
            <a:solidFill>
              <a:srgbClr val="0060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9304" y="292608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reference card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9304" y="329184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Card lives on the Training Hub, in the header. Keep it open for the first week.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2761488"/>
            <a:ext cx="4005072" cy="1591056"/>
          </a:xfrm>
          <a:prstGeom prst="rect">
            <a:avLst/>
          </a:prstGeom>
          <a:solidFill>
            <a:srgbClr val="163050"/>
          </a:solidFill>
          <a:ln w="12700">
            <a:solidFill>
              <a:srgbClr val="2A48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761488"/>
            <a:ext cx="4005072" cy="73152"/>
          </a:xfrm>
          <a:prstGeom prst="rect">
            <a:avLst/>
          </a:prstGeom>
          <a:solidFill>
            <a:srgbClr val="D4680E"/>
          </a:solidFill>
          <a:ln w="12700">
            <a:solidFill>
              <a:srgbClr val="D4680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2962656"/>
            <a:ext cx="402336" cy="402336"/>
          </a:xfrm>
          <a:prstGeom prst="ellipse">
            <a:avLst/>
          </a:prstGeom>
          <a:solidFill>
            <a:srgbClr val="D4680E"/>
          </a:solidFill>
          <a:ln w="12700">
            <a:solidFill>
              <a:srgbClr val="D468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95544" y="292608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help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95544" y="3291840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Baker  -  adamb@k12sta.com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8A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wrong or says it does not know? It does not know it YET. Tell Adam.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45537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tool does not know the answer - it does not know it YET. Tell Adam. That is how the system gets better.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at School Tech - Getting Started</dc:title>
  <dc:subject>PptxGenJS Presentation</dc:subject>
  <dc:creator>PptxGenJS</dc:creator>
  <cp:lastModifiedBy>PptxGenJS</cp:lastModifiedBy>
  <cp:revision>1</cp:revision>
  <dcterms:created xsi:type="dcterms:W3CDTF">2026-05-16T12:35:44Z</dcterms:created>
  <dcterms:modified xsi:type="dcterms:W3CDTF">2026-05-16T12:35:44Z</dcterms:modified>
</cp:coreProperties>
</file>