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2.svg" ContentType="image/svg+xml"/>
  <Override PartName="/ppt/media/image-10-4.svg" ContentType="image/svg+xml"/>
  <Override PartName="/ppt/media/image-10-6.svg" ContentType="image/svg+xml"/>
  <Override PartName="/ppt/media/image-4-1.jpg" ContentType="image/jpg"/>
  <Override PartName="/ppt/media/image-5-1.jpg" ContentType="image/jpg"/>
  <Override PartName="/ppt/media/image-6-1.jpg" ContentType="image/jpg"/>
  <Override PartName="/ppt/media/image-7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-731520"/>
            <a:ext cx="3840480" cy="3840480"/>
          </a:xfrm>
          <a:prstGeom prst="ellipse">
            <a:avLst/>
          </a:prstGeom>
          <a:solidFill>
            <a:srgbClr val="606060">
              <a:alpha val="45000"/>
            </a:srgbClr>
          </a:solidFill>
          <a:ln w="12700">
            <a:solidFill>
              <a:srgbClr val="606060">
                <a:alpha val="4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7A7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TECHNOLOGY ASSOCIATES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472" y="512064"/>
            <a:ext cx="74980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takes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than it should.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347472" y="2103120"/>
            <a:ext cx="2743200" cy="1444752"/>
          </a:xfrm>
          <a:prstGeom prst="rect">
            <a:avLst/>
          </a:prstGeom>
          <a:solidFill>
            <a:srgbClr val="0D2540"/>
          </a:solidFill>
          <a:ln w="12700">
            <a:solidFill>
              <a:srgbClr val="1A4A7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12064" y="2231136"/>
            <a:ext cx="347472" cy="347472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9264" y="2249424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email for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0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response to send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55264" y="2103120"/>
            <a:ext cx="2743200" cy="1444752"/>
          </a:xfrm>
          <a:prstGeom prst="rect">
            <a:avLst/>
          </a:prstGeom>
          <a:solidFill>
            <a:srgbClr val="0D2540"/>
          </a:solidFill>
          <a:ln w="12700">
            <a:solidFill>
              <a:srgbClr val="1A4A7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19856" y="2231136"/>
            <a:ext cx="347472" cy="347472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9856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77056" y="2249424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Recalling a procedure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0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policy from memory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63056" y="2103120"/>
            <a:ext cx="2743200" cy="1444752"/>
          </a:xfrm>
          <a:prstGeom prst="rect">
            <a:avLst/>
          </a:prstGeom>
          <a:solidFill>
            <a:srgbClr val="0D2540"/>
          </a:solidFill>
          <a:ln w="12700">
            <a:solidFill>
              <a:srgbClr val="1A4A7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27648" y="2231136"/>
            <a:ext cx="347472" cy="347472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2231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84848" y="2249424"/>
            <a:ext cx="19751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0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Rewriting the same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0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for the fifth time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" y="3767328"/>
            <a:ext cx="8430768" cy="420624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3767328"/>
            <a:ext cx="8119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faster way — and you already have access to it.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6858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what changes.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47472" y="74980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work — done faster, with less digging.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47472" y="1188720"/>
            <a:ext cx="420624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0EE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353312"/>
            <a:ext cx="402336" cy="402336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42416" y="1325880"/>
            <a:ext cx="3364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any email in under a minute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42416" y="1700784"/>
            <a:ext cx="3364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tone. Their situation. Done — without starting from a blank page.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20624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0EE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19472" y="1353312"/>
            <a:ext cx="402336" cy="402336"/>
          </a:xfrm>
          <a:prstGeom prst="ellipse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353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9824" y="1325880"/>
            <a:ext cx="3364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answers without digging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49824" y="1700784"/>
            <a:ext cx="3364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hunting through old emails or asking someone to pull up the policy.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" y="2816352"/>
            <a:ext cx="420624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0EE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2064" y="2980944"/>
            <a:ext cx="402336" cy="402336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2980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42416" y="2953512"/>
            <a:ext cx="3364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rough notes into clear writing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3328416"/>
            <a:ext cx="3364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your bullet points in. Get a polished draft back in seconds.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54880" y="2816352"/>
            <a:ext cx="4206240" cy="14447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E0EE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19472" y="2980944"/>
            <a:ext cx="402336" cy="402336"/>
          </a:xfrm>
          <a:prstGeom prst="ellipse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9472" y="2980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49824" y="2953512"/>
            <a:ext cx="3364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you would normally save for later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49824" y="3328416"/>
            <a:ext cx="336499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work? What is the right process for this? Get the answer now.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19456"/>
            <a:ext cx="6766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what we are covering today.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931152" y="164592"/>
            <a:ext cx="1901952" cy="658368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31152" y="164592"/>
            <a:ext cx="1901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 total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47472" y="932688"/>
            <a:ext cx="8430768" cy="1115568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932688"/>
            <a:ext cx="512064" cy="111556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932688"/>
            <a:ext cx="51206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87552" y="1060704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 and getting started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87552" y="1444752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log in, find your projects, and send your first message.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43216" y="1316736"/>
            <a:ext cx="1170432" cy="310896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43216" y="131673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" y="2194560"/>
            <a:ext cx="8430768" cy="1115568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" y="2194560"/>
            <a:ext cx="512064" cy="111556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194560"/>
            <a:ext cx="51206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87552" y="2322576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available right now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87552" y="2706624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AI Advisor does, what the screen shows, and what is coming next.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443216" y="2578608"/>
            <a:ext cx="1170432" cy="310896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3216" y="257860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7472" y="3456432"/>
            <a:ext cx="8430768" cy="1115568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" y="3456432"/>
            <a:ext cx="512064" cy="111556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3456432"/>
            <a:ext cx="51206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87552" y="358444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good results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87552" y="3968496"/>
            <a:ext cx="6309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three-ingredient formula and how to fix it when the answer is not right.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443216" y="3840480"/>
            <a:ext cx="1170432" cy="310896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43216" y="384048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" y="4736592"/>
            <a:ext cx="8430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install. No setup. Your work email and a browser is all you need.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5603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47472" y="841248"/>
            <a:ext cx="8476488" cy="29260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0B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2  -  LOG IN AT CLAUDE.AI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261872"/>
            <a:ext cx="4114800" cy="1060704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261872"/>
            <a:ext cx="804672" cy="804672"/>
          </a:xfrm>
          <a:prstGeom prst="ellipse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261872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80160" y="1298448"/>
            <a:ext cx="3090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claude.ai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1645920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your @k12sta.com work email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" y="2432304"/>
            <a:ext cx="4114800" cy="1060704"/>
          </a:xfrm>
          <a:prstGeom prst="rect">
            <a:avLst/>
          </a:prstGeom>
          <a:solidFill>
            <a:srgbClr val="FEF4EE"/>
          </a:solidFill>
          <a:ln w="12700">
            <a:solidFill>
              <a:srgbClr val="D4680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248716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68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your personal Gmail.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" y="274320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Google sign-in button. If you have not received an invite, check spam or contact Adam.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7472" y="3602736"/>
            <a:ext cx="4114800" cy="1060704"/>
          </a:xfrm>
          <a:prstGeom prst="rect">
            <a:avLst/>
          </a:prstGeom>
          <a:solidFill>
            <a:srgbClr val="FDECEA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6576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2064" y="389534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"Personal" instead of School Tech? Wrong account. Log out and use your work email.</a:t>
            </a:r>
            <a:endParaRPr lang="en-US" sz="1100" dirty="0"/>
          </a:p>
        </p:txBody>
      </p:sp>
      <p:pic>
        <p:nvPicPr>
          <p:cNvPr id="17" name="Image 0" descr="/sessions/magical-serene-noether/mnt/The Architect/images/AI Training/claude 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658368"/>
            <a:ext cx="3291840" cy="4096512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74320" y="4846320"/>
            <a:ext cx="85953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B0B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Sonnet - not Opus. Sonnet is the right model for this team.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5603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47472" y="841248"/>
            <a:ext cx="8476488" cy="292608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B0B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OF 2  -  FIND YOUR PROJECTS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7472" y="1261872"/>
            <a:ext cx="4114800" cy="932688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261872"/>
            <a:ext cx="804672" cy="804672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261872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80160" y="1298448"/>
            <a:ext cx="3090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Projects in the left sidebar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1645920"/>
            <a:ext cx="3090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project name. Start typing. That is 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" y="2340864"/>
            <a:ext cx="4114800" cy="768096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340864"/>
            <a:ext cx="128016" cy="768096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5216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8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Pre-configured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85216" y="265176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is already set up. No settings, no onboarding inside the tool.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" y="3182112"/>
            <a:ext cx="4114800" cy="768096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" y="3182112"/>
            <a:ext cx="128016" cy="768096"/>
          </a:xfrm>
          <a:prstGeom prst="rect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" y="3218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6BC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open and ask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85216" y="349300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explain School Tech. Do not set context. Just type your question.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7472" y="4023360"/>
            <a:ext cx="4114800" cy="768096"/>
          </a:xfrm>
          <a:prstGeom prst="rect">
            <a:avLst/>
          </a:prstGeom>
          <a:solidFill>
            <a:srgbClr val="F0F7FA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472" y="4023360"/>
            <a:ext cx="128016" cy="768096"/>
          </a:xfrm>
          <a:prstGeom prst="rect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0599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6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setup needed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85216" y="433425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Project already knows our products, customers, and workflows.</a:t>
            </a:r>
            <a:endParaRPr lang="en-US" sz="1150" dirty="0"/>
          </a:p>
        </p:txBody>
      </p:sp>
      <p:pic>
        <p:nvPicPr>
          <p:cNvPr id="23" name="Image 0" descr="/sessions/magical-serene-noether/mnt/The Architect/images/AI Training/project sc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97280"/>
            <a:ext cx="4389120" cy="28072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5603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Live Right Now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47472" y="868680"/>
            <a:ext cx="4315968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47472" y="868680"/>
            <a:ext cx="4315968" cy="402336"/>
          </a:xfrm>
          <a:prstGeom prst="rect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886968"/>
            <a:ext cx="347472" cy="34747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886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50976" y="905256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Advisor  -  All Staff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" y="13716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starting point for AI at School Tech.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" y="1737360"/>
            <a:ext cx="201168" cy="201168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737360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where AI could fit your daily 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" y="2157984"/>
            <a:ext cx="201168" cy="201168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157984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out what tools are built or coming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0624" y="2578608"/>
            <a:ext cx="201168" cy="201168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578608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an idea to bring to Adam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0624" y="2999232"/>
            <a:ext cx="201168" cy="201168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2999232"/>
            <a:ext cx="3803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plain-language answers about the AI program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" y="3657600"/>
            <a:ext cx="4315968" cy="347472"/>
          </a:xfrm>
          <a:prstGeom prst="rect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3657600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&gt; AI Advisor &gt; start typing</a:t>
            </a:r>
            <a:endParaRPr lang="en-US" sz="1200" dirty="0"/>
          </a:p>
        </p:txBody>
      </p:sp>
      <p:pic>
        <p:nvPicPr>
          <p:cNvPr id="20" name="Image 0" descr="/sessions/magical-serene-noether/mnt/The Architect/images/AI Training/open project with 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804672"/>
            <a:ext cx="4297680" cy="27432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0" y="4370832"/>
            <a:ext cx="9144000" cy="772668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22" name="Rounded Rectangle 21"/>
          <p:cNvSpPr/>
          <p:nvPr/>
        </p:nvSpPr>
        <p:spPr>
          <a:xfrm>
            <a:off x="4572000" y="3611880"/>
            <a:ext cx="4297680" cy="640080"/>
          </a:xfrm>
          <a:prstGeom prst="roundRect">
            <a:avLst/>
          </a:prstGeom>
          <a:solidFill>
            <a:srgbClr val="EDF7E6"/>
          </a:solidFill>
          <a:ln w="9525">
            <a:solidFill>
              <a:srgbClr val="6BC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800" b="1">
                <a:solidFill>
                  <a:srgbClr val="3A8A1E"/>
                </a:solidFill>
                <a:latin typeface="Calibri"/>
              </a:rPr>
              <a:t>ALSO LIVE - cohort tools</a:t>
            </a:r>
          </a:p>
          <a:p>
            <a:pPr algn="l"/>
            <a:r>
              <a:rPr sz="900">
                <a:solidFill>
                  <a:srgbClr val="1E2A35"/>
                </a:solidFill>
                <a:latin typeface="Calibri"/>
              </a:rPr>
              <a:t>STA Support Chat (Chris, Tyler) | STA Salesforce Cohort (Tanya, Joanie, Kelsey, Adam) - see Staff AI Tools Reference for details.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Are Looking At</a:t>
            </a:r>
            <a:endParaRPr lang="en-US" sz="2600" dirty="0"/>
          </a:p>
        </p:txBody>
      </p:sp>
      <p:pic>
        <p:nvPicPr>
          <p:cNvPr id="4" name="Image 0" descr="/sessions/magical-serene-noether/mnt/The Architect/images/AI Training/project number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" y="777240"/>
            <a:ext cx="5760720" cy="36850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44768" y="786384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144768" y="786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28816" y="7863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tabs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528816" y="10789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Chat, Cowork, Code. Use Chat.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44768" y="1554480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44768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28816" y="1554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Projects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528816" y="18470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pre-built tools — AI Advisor lives here.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44768" y="2322576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28816" y="2322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box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28816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your question here. No setup needed.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44768" y="3090672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4768" y="3090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28816" y="3090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selector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28816" y="33832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Pre-set for your org. Leave it as-is.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44768" y="3858768"/>
            <a:ext cx="310896" cy="31089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44768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2881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chats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528816" y="41513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conversations with this project.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01168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input = better output.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47472" y="749808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all three ingredients for a useful first draft.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1170432"/>
            <a:ext cx="2706624" cy="3310128"/>
          </a:xfrm>
          <a:prstGeom prst="rect">
            <a:avLst/>
          </a:prstGeom>
          <a:solidFill>
            <a:srgbClr val="162C44"/>
          </a:solidFill>
          <a:ln w="12700">
            <a:solidFill>
              <a:srgbClr val="1A4A7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1170432"/>
            <a:ext cx="2706624" cy="475488"/>
          </a:xfrm>
          <a:prstGeom prst="rect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89888" y="1170432"/>
            <a:ext cx="475488" cy="475488"/>
          </a:xfrm>
          <a:prstGeom prst="ellipse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1170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" y="179222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006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93776" y="208483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task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2450592"/>
            <a:ext cx="24140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"Draft a response to this customer complaint."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"I was wondering if you could maybe help me..."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72968" y="1170432"/>
            <a:ext cx="2706624" cy="3310128"/>
          </a:xfrm>
          <a:prstGeom prst="rect">
            <a:avLst/>
          </a:prstGeom>
          <a:solidFill>
            <a:srgbClr val="162C44"/>
          </a:solidFill>
          <a:ln w="12700">
            <a:solidFill>
              <a:srgbClr val="1A4A7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72968" y="1170432"/>
            <a:ext cx="2706624" cy="475488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15384" y="1170432"/>
            <a:ext cx="475488" cy="475488"/>
          </a:xfrm>
          <a:prstGeom prst="ellipse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15384" y="1170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A8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19272" y="179222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8A8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9272" y="208483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situation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19272" y="2450592"/>
            <a:ext cx="24140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actual email, error message, or case note. The real thing beats a description every time.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98464" y="1170432"/>
            <a:ext cx="2706624" cy="3310128"/>
          </a:xfrm>
          <a:prstGeom prst="rect">
            <a:avLst/>
          </a:prstGeom>
          <a:solidFill>
            <a:srgbClr val="162C44"/>
          </a:solidFill>
          <a:ln w="12700">
            <a:solidFill>
              <a:srgbClr val="1A4A7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98464" y="1170432"/>
            <a:ext cx="2706624" cy="475488"/>
          </a:xfrm>
          <a:prstGeom prst="rect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40880" y="1170432"/>
            <a:ext cx="475488" cy="475488"/>
          </a:xfrm>
          <a:prstGeom prst="ellipse">
            <a:avLst/>
          </a:prstGeom>
          <a:solidFill>
            <a:srgbClr val="FFFFFF">
              <a:alpha val="75000"/>
            </a:srgbClr>
          </a:solidFill>
          <a:ln w="12700">
            <a:solidFill>
              <a:srgbClr val="FFFFFF">
                <a:alpha val="7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0" y="1170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C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44768" y="179222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6BC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44768" y="2084832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want back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44768" y="2450592"/>
            <a:ext cx="241401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"Keep it under 3 sentences." "Formal — for a superintendent." "Use bullet points."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926080" y="2377440"/>
            <a:ext cx="164592" cy="384048"/>
          </a:xfrm>
          <a:prstGeom prst="rightArrow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51576" y="2377440"/>
            <a:ext cx="164592" cy="384048"/>
          </a:xfrm>
          <a:prstGeom prst="rightArrow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5603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Difference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47472" y="868680"/>
            <a:ext cx="4005072" cy="3657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8686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PROMPT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472" y="1234440"/>
            <a:ext cx="4005072" cy="3584448"/>
          </a:xfrm>
          <a:prstGeom prst="rect">
            <a:avLst/>
          </a:prstGeom>
          <a:solidFill>
            <a:srgbClr val="FEF0EF"/>
          </a:solidFill>
          <a:ln w="12700">
            <a:solidFill>
              <a:srgbClr val="F5C0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353312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me write a response</a:t>
            </a:r>
            <a:endParaRPr lang="en-US" sz="1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customer complaint.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12064" y="20482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has to guess: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23408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What the customer complained about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12064" y="26883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Which product or service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" y="30358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What outcome you want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2064" y="33832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What tone is appropriate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" y="3913632"/>
            <a:ext cx="3657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generic template that needs significant rework.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9392" y="2377440"/>
            <a:ext cx="658368" cy="438912"/>
          </a:xfrm>
          <a:prstGeom prst="rightArrow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18888" y="868680"/>
            <a:ext cx="4005072" cy="365760"/>
          </a:xfrm>
          <a:prstGeom prst="rect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18888" y="8686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PROMPT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18888" y="1234440"/>
            <a:ext cx="4005072" cy="3584448"/>
          </a:xfrm>
          <a:prstGeom prst="rect">
            <a:avLst/>
          </a:prstGeom>
          <a:solidFill>
            <a:srgbClr val="E6F5EE"/>
          </a:solidFill>
          <a:ln w="12700">
            <a:solidFill>
              <a:srgbClr val="D4EA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4336" y="1353312"/>
            <a:ext cx="365760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 emailed saying their time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stopped syncing after last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Tuesday's update. They're frustrated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second time reporting. Draft a calm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that acknowledges the issue,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a realistic timeline (still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diagnosing), and keeps it professional.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Here's their email: [paste]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74336" y="37307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BC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has to work with: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974336" y="4005072"/>
            <a:ext cx="201168" cy="201168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74336" y="400507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230368" y="4005072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Product, issue, and timeline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74336" y="4297680"/>
            <a:ext cx="201168" cy="201168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74336" y="42976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230368" y="4297680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mood and history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974336" y="4590288"/>
            <a:ext cx="201168" cy="201168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74336" y="45902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230368" y="4590288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goal and desired outcome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974336" y="4882896"/>
            <a:ext cx="201168" cy="201168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74336" y="4882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230368" y="4882896"/>
            <a:ext cx="3401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email to respond to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555555">
              <a:alpha val="60000"/>
            </a:srgbClr>
          </a:solidFill>
          <a:ln w="12700">
            <a:solidFill>
              <a:srgbClr val="55555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01168"/>
            <a:ext cx="8503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47472" y="7863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paste information you would not share outside the company.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" y="1389888"/>
            <a:ext cx="2615184" cy="2834640"/>
          </a:xfrm>
          <a:prstGeom prst="rect">
            <a:avLst/>
          </a:prstGeom>
          <a:solidFill>
            <a:srgbClr val="0F2030"/>
          </a:solidFill>
          <a:ln w="12700">
            <a:solidFill>
              <a:srgbClr val="1A3C6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" y="1389888"/>
            <a:ext cx="2615184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1732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data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0160" y="1847088"/>
            <a:ext cx="1005840" cy="10058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12648" y="2944368"/>
            <a:ext cx="235915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IDs, grades, attendance,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scores — anything from Skyward.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includes photos and contact info.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1389888"/>
            <a:ext cx="2615184" cy="2834640"/>
          </a:xfrm>
          <a:prstGeom prst="rect">
            <a:avLst/>
          </a:prstGeom>
          <a:solidFill>
            <a:srgbClr val="0F2030"/>
          </a:solidFill>
          <a:ln w="12700">
            <a:solidFill>
              <a:srgbClr val="1A3C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10128" y="1389888"/>
            <a:ext cx="2615184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93008" y="141732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/ HR data</a:t>
            </a:r>
            <a:endParaRPr lang="en-US" sz="11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14800" y="1847088"/>
            <a:ext cx="1005840" cy="1005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47288" y="2944368"/>
            <a:ext cx="235915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SSNs, payroll, performance reviews,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information, employee records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any identifiable personal detail.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44768" y="1389888"/>
            <a:ext cx="2615184" cy="2834640"/>
          </a:xfrm>
          <a:prstGeom prst="rect">
            <a:avLst/>
          </a:prstGeom>
          <a:solidFill>
            <a:srgbClr val="0F2030"/>
          </a:solidFill>
          <a:ln w="12700">
            <a:solidFill>
              <a:srgbClr val="1A3C6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44768" y="1389888"/>
            <a:ext cx="2615184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27648" y="141732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and credentials</a:t>
            </a:r>
            <a:endParaRPr lang="en-US" sz="11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49440" y="1847088"/>
            <a:ext cx="1005840" cy="10058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81928" y="2944368"/>
            <a:ext cx="235915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API keys, tokens, login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for any platform,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0A4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 numbers.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74320" y="4709160"/>
            <a:ext cx="859536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 doubt - do not paste it. Check the Restricted Data Reference Guide or ask Adam first.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47472" y="25603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Wrong - Don't Start Over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47472" y="804672"/>
            <a:ext cx="8476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D5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the same conversation. The tool remembers everything from this session - context is still there.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" y="1261872"/>
            <a:ext cx="4187952" cy="1664208"/>
          </a:xfrm>
          <a:prstGeom prst="rect">
            <a:avLst/>
          </a:prstGeom>
          <a:solidFill>
            <a:srgbClr val="E0EEF4"/>
          </a:solidFill>
          <a:ln w="12700">
            <a:solidFill>
              <a:srgbClr val="99C2D8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12064" y="1847088"/>
            <a:ext cx="402336" cy="402336"/>
          </a:xfrm>
          <a:prstGeom prst="ellipse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33272" y="1371600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6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exactly what's wrong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33272" y="1700784"/>
            <a:ext cx="33467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say "that's not right."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"Too formal - this customer is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casual. Rewrite just the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paragraph."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54880" y="1261872"/>
            <a:ext cx="4187952" cy="1664208"/>
          </a:xfrm>
          <a:prstGeom prst="rect">
            <a:avLst/>
          </a:prstGeom>
          <a:solidFill>
            <a:srgbClr val="F0F0F0"/>
          </a:solidFill>
          <a:ln w="12700">
            <a:solidFill>
              <a:srgbClr val="AAAAA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19472" y="1847088"/>
            <a:ext cx="402336" cy="402336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40680" y="1371600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8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what you left out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40680" y="1700784"/>
            <a:ext cx="33467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response = missing detail.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"Should have mentioned - this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is 3 months in. They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know our process yet."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" y="3072384"/>
            <a:ext cx="4187952" cy="1664208"/>
          </a:xfrm>
          <a:prstGeom prst="rect">
            <a:avLst/>
          </a:prstGeom>
          <a:solidFill>
            <a:srgbClr val="EFF9E7"/>
          </a:solidFill>
          <a:ln w="12700">
            <a:solidFill>
              <a:srgbClr val="C0E09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12064" y="3657600"/>
            <a:ext cx="402336" cy="402336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33272" y="3182112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C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what's working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33272" y="3511296"/>
            <a:ext cx="33467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80% is right, say so.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"First two paragraphs are good.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rewrite the closing - it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sounds like we're making excuses."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54880" y="3072384"/>
            <a:ext cx="4187952" cy="1664208"/>
          </a:xfrm>
          <a:prstGeom prst="rect">
            <a:avLst/>
          </a:prstGeom>
          <a:solidFill>
            <a:srgbClr val="E0EEF4"/>
          </a:solidFill>
          <a:ln w="12700">
            <a:solidFill>
              <a:srgbClr val="AAAAA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19472" y="3657600"/>
            <a:ext cx="402336" cy="402336"/>
          </a:xfrm>
          <a:prstGeom prst="ellipse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19472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0680" y="3182112"/>
            <a:ext cx="3346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6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options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40680" y="3511296"/>
            <a:ext cx="334670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sure what tone you want?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 me two versions: one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and direct, one that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walks through the resolution."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B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822960"/>
            <a:ext cx="3840480" cy="3840480"/>
          </a:xfrm>
          <a:prstGeom prst="ellipse">
            <a:avLst/>
          </a:prstGeom>
          <a:solidFill>
            <a:srgbClr val="606060">
              <a:alpha val="45000"/>
            </a:srgbClr>
          </a:solidFill>
          <a:ln w="12700">
            <a:solidFill>
              <a:srgbClr val="606060">
                <a:alpha val="4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8288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leave this room.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987552"/>
            <a:ext cx="4005072" cy="1591056"/>
          </a:xfrm>
          <a:prstGeom prst="rect">
            <a:avLst/>
          </a:prstGeom>
          <a:solidFill>
            <a:srgbClr val="163050"/>
          </a:solidFill>
          <a:ln w="12700">
            <a:solidFill>
              <a:srgbClr val="2A487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987552"/>
            <a:ext cx="4005072" cy="73152"/>
          </a:xfrm>
          <a:prstGeom prst="rect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58952" y="1188720"/>
            <a:ext cx="402336" cy="402336"/>
          </a:xfrm>
          <a:prstGeom prst="ellipse">
            <a:avLst/>
          </a:prstGeom>
          <a:solidFill>
            <a:srgbClr val="6BC04B"/>
          </a:solidFill>
          <a:ln w="12700">
            <a:solidFill>
              <a:srgbClr val="6BC0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9304" y="115214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BC0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 right now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9304" y="1517904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emails. Get answers. Turn rough notes into clear writing. You have access today — no waiting.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00600" y="987552"/>
            <a:ext cx="4005072" cy="1591056"/>
          </a:xfrm>
          <a:prstGeom prst="rect">
            <a:avLst/>
          </a:prstGeom>
          <a:solidFill>
            <a:srgbClr val="163050"/>
          </a:solidFill>
          <a:ln w="12700">
            <a:solidFill>
              <a:srgbClr val="2A48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987552"/>
            <a:ext cx="4005072" cy="73152"/>
          </a:xfrm>
          <a:prstGeom prst="rect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65192" y="1188720"/>
            <a:ext cx="402336" cy="402336"/>
          </a:xfrm>
          <a:prstGeom prst="ellipse">
            <a:avLst/>
          </a:prstGeom>
          <a:solidFill>
            <a:srgbClr val="8A8D8E"/>
          </a:solidFill>
          <a:ln w="12700">
            <a:solidFill>
              <a:srgbClr val="8A8D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188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95544" y="1152144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A8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task (do it today)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95544" y="1517904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claude.ai. Find something from this week's work. Ask it to help. That is it.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2761488"/>
            <a:ext cx="4005072" cy="1591056"/>
          </a:xfrm>
          <a:prstGeom prst="rect">
            <a:avLst/>
          </a:prstGeom>
          <a:solidFill>
            <a:srgbClr val="163050"/>
          </a:solidFill>
          <a:ln w="12700">
            <a:solidFill>
              <a:srgbClr val="2A48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2761488"/>
            <a:ext cx="4005072" cy="73152"/>
          </a:xfrm>
          <a:prstGeom prst="rect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8952" y="2962656"/>
            <a:ext cx="402336" cy="402336"/>
          </a:xfrm>
          <a:prstGeom prst="ellipse">
            <a:avLst/>
          </a:prstGeom>
          <a:solidFill>
            <a:srgbClr val="006098"/>
          </a:solidFill>
          <a:ln w="12700">
            <a:solidFill>
              <a:srgbClr val="0060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8952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9304" y="2926080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6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reference card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89304" y="3291840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 Card coming to your inbox from Adam. Keep it handy for the first week.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00600" y="2761488"/>
            <a:ext cx="4005072" cy="1591056"/>
          </a:xfrm>
          <a:prstGeom prst="rect">
            <a:avLst/>
          </a:prstGeom>
          <a:solidFill>
            <a:srgbClr val="163050"/>
          </a:solidFill>
          <a:ln w="12700">
            <a:solidFill>
              <a:srgbClr val="2A48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00600" y="2761488"/>
            <a:ext cx="4005072" cy="73152"/>
          </a:xfrm>
          <a:prstGeom prst="rect">
            <a:avLst/>
          </a:prstGeom>
          <a:solidFill>
            <a:srgbClr val="D4680E"/>
          </a:solidFill>
          <a:ln w="12700">
            <a:solidFill>
              <a:srgbClr val="D4680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65192" y="2962656"/>
            <a:ext cx="402336" cy="402336"/>
          </a:xfrm>
          <a:prstGeom prst="ellipse">
            <a:avLst/>
          </a:prstGeom>
          <a:solidFill>
            <a:srgbClr val="D4680E"/>
          </a:solidFill>
          <a:ln w="12700">
            <a:solidFill>
              <a:srgbClr val="D4680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95544" y="2926080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68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help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95544" y="3291840"/>
            <a:ext cx="3163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Baker  -  adamb@k12sta.com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A8A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wrong or says it does not know? It does not know it YET. Tell Adam.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94360" y="45537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7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tool does not know the answer - it does not know it YET. Tell Adam. That is how the system gets better.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at School Tech - Getting Started</dc:title>
  <dc:subject>PptxGenJS Presentation</dc:subject>
  <dc:creator>PptxGenJS</dc:creator>
  <cp:lastModifiedBy>PptxGenJS</cp:lastModifiedBy>
  <cp:revision>1</cp:revision>
  <dcterms:created xsi:type="dcterms:W3CDTF">2026-05-16T12:35:44Z</dcterms:created>
  <dcterms:modified xsi:type="dcterms:W3CDTF">2026-05-16T12:35:44Z</dcterms:modified>
</cp:coreProperties>
</file>